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para la revisión de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índice se refresca cada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agente de documentos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 de ejemplo con contenido ficticio</a:t>
            </a:r>
          </a:p>
          <a:p>
            <a:r>
              <a:t>Bucket → índice → agente ADK →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Storage: bucket adk_ing con los documentos</a:t>
            </a:r>
          </a:p>
          <a:p>
            <a:r>
              <a:t>ADK: agente con herramientas de búsqueda y lectura</a:t>
            </a:r>
          </a:p>
          <a:p>
            <a:r>
              <a:t>Gemini 2.5 Flash en Vertex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Evaluar Vertex AI RAG Engine si el corpus supera los mil documentos</a:t>
            </a:r>
          </a:p>
          <a:p>
            <a:r>
              <a:t>Agregar evaluaciones con adk eval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